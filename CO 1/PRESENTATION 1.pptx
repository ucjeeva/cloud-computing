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07" r:id="rId1"/>
  </p:sldMasterIdLst>
  <p:sldIdLst>
    <p:sldId id="263" r:id="rId2"/>
    <p:sldId id="256" r:id="rId3"/>
    <p:sldId id="257" r:id="rId4"/>
    <p:sldId id="258" r:id="rId5"/>
    <p:sldId id="259" r:id="rId6"/>
    <p:sldId id="260" r:id="rId7"/>
    <p:sldId id="262" r:id="rId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987" autoAdjust="0"/>
    <p:restoredTop sz="94660"/>
  </p:normalViewPr>
  <p:slideViewPr>
    <p:cSldViewPr snapToGrid="0">
      <p:cViewPr varScale="1">
        <p:scale>
          <a:sx n="90" d="100"/>
          <a:sy n="90" d="100"/>
        </p:scale>
        <p:origin x="355" y="6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D4387D-249B-0FCC-8A6D-4C0B3902046B}"/>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6C4082D5-34A7-C83B-BADD-1FA27CC3FE6E}"/>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9376BE72-B1BB-E6C9-27CB-E5CAF7D43686}"/>
              </a:ext>
            </a:extLst>
          </p:cNvPr>
          <p:cNvSpPr>
            <a:spLocks noGrp="1"/>
          </p:cNvSpPr>
          <p:nvPr>
            <p:ph type="dt" sz="half" idx="10"/>
          </p:nvPr>
        </p:nvSpPr>
        <p:spPr/>
        <p:txBody>
          <a:bodyPr/>
          <a:lstStyle/>
          <a:p>
            <a:fld id="{AF4278E7-FDFB-4384-A770-6A0B72837FA0}" type="datetimeFigureOut">
              <a:rPr lang="en-IN" smtClean="0"/>
              <a:t>10-08-2026</a:t>
            </a:fld>
            <a:endParaRPr lang="en-IN"/>
          </a:p>
        </p:txBody>
      </p:sp>
      <p:sp>
        <p:nvSpPr>
          <p:cNvPr id="5" name="Footer Placeholder 4">
            <a:extLst>
              <a:ext uri="{FF2B5EF4-FFF2-40B4-BE49-F238E27FC236}">
                <a16:creationId xmlns:a16="http://schemas.microsoft.com/office/drawing/2014/main" id="{E5430FDC-5BE4-E27E-5ECA-44D6C289CCF9}"/>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70F59985-FBB4-EF16-0298-830BF69F2178}"/>
              </a:ext>
            </a:extLst>
          </p:cNvPr>
          <p:cNvSpPr>
            <a:spLocks noGrp="1"/>
          </p:cNvSpPr>
          <p:nvPr>
            <p:ph type="sldNum" sz="quarter" idx="12"/>
          </p:nvPr>
        </p:nvSpPr>
        <p:spPr/>
        <p:txBody>
          <a:bodyPr/>
          <a:lstStyle/>
          <a:p>
            <a:fld id="{BFA59B05-8902-43DA-B00E-F20C6237C086}" type="slidenum">
              <a:rPr lang="en-IN" smtClean="0"/>
              <a:t>‹#›</a:t>
            </a:fld>
            <a:endParaRPr lang="en-IN"/>
          </a:p>
        </p:txBody>
      </p:sp>
    </p:spTree>
    <p:extLst>
      <p:ext uri="{BB962C8B-B14F-4D97-AF65-F5344CB8AC3E}">
        <p14:creationId xmlns:p14="http://schemas.microsoft.com/office/powerpoint/2010/main" val="150320438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2ED3A-4E3A-3475-4F86-5CBF7F2165DC}"/>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C870B834-DBCB-0F14-8F58-BEBAA4FB9F9E}"/>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56491978-5F2B-0B6C-B523-D69E2E07BAF4}"/>
              </a:ext>
            </a:extLst>
          </p:cNvPr>
          <p:cNvSpPr>
            <a:spLocks noGrp="1"/>
          </p:cNvSpPr>
          <p:nvPr>
            <p:ph type="dt" sz="half" idx="10"/>
          </p:nvPr>
        </p:nvSpPr>
        <p:spPr/>
        <p:txBody>
          <a:bodyPr/>
          <a:lstStyle/>
          <a:p>
            <a:fld id="{AF4278E7-FDFB-4384-A770-6A0B72837FA0}" type="datetimeFigureOut">
              <a:rPr lang="en-IN" smtClean="0"/>
              <a:t>10-08-2026</a:t>
            </a:fld>
            <a:endParaRPr lang="en-IN"/>
          </a:p>
        </p:txBody>
      </p:sp>
      <p:sp>
        <p:nvSpPr>
          <p:cNvPr id="5" name="Footer Placeholder 4">
            <a:extLst>
              <a:ext uri="{FF2B5EF4-FFF2-40B4-BE49-F238E27FC236}">
                <a16:creationId xmlns:a16="http://schemas.microsoft.com/office/drawing/2014/main" id="{50F410E4-33D0-85C7-BE42-6FB93DDA48CB}"/>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6F1DF6D0-127C-BBB3-7B4F-14D84BA2C50F}"/>
              </a:ext>
            </a:extLst>
          </p:cNvPr>
          <p:cNvSpPr>
            <a:spLocks noGrp="1"/>
          </p:cNvSpPr>
          <p:nvPr>
            <p:ph type="sldNum" sz="quarter" idx="12"/>
          </p:nvPr>
        </p:nvSpPr>
        <p:spPr/>
        <p:txBody>
          <a:bodyPr/>
          <a:lstStyle/>
          <a:p>
            <a:fld id="{BFA59B05-8902-43DA-B00E-F20C6237C086}" type="slidenum">
              <a:rPr lang="en-IN" smtClean="0"/>
              <a:t>‹#›</a:t>
            </a:fld>
            <a:endParaRPr lang="en-IN"/>
          </a:p>
        </p:txBody>
      </p:sp>
    </p:spTree>
    <p:extLst>
      <p:ext uri="{BB962C8B-B14F-4D97-AF65-F5344CB8AC3E}">
        <p14:creationId xmlns:p14="http://schemas.microsoft.com/office/powerpoint/2010/main" val="220691942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34BF0C-96EE-AA2C-C7EC-9C67A73EAA79}"/>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F8B2A949-CF6B-3C19-21C4-98C327B59F01}"/>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6F855F73-FBBF-025A-5ADF-652F5C609D4C}"/>
              </a:ext>
            </a:extLst>
          </p:cNvPr>
          <p:cNvSpPr>
            <a:spLocks noGrp="1"/>
          </p:cNvSpPr>
          <p:nvPr>
            <p:ph type="dt" sz="half" idx="10"/>
          </p:nvPr>
        </p:nvSpPr>
        <p:spPr/>
        <p:txBody>
          <a:bodyPr/>
          <a:lstStyle/>
          <a:p>
            <a:fld id="{AF4278E7-FDFB-4384-A770-6A0B72837FA0}" type="datetimeFigureOut">
              <a:rPr lang="en-IN" smtClean="0"/>
              <a:t>10-08-2026</a:t>
            </a:fld>
            <a:endParaRPr lang="en-IN"/>
          </a:p>
        </p:txBody>
      </p:sp>
      <p:sp>
        <p:nvSpPr>
          <p:cNvPr id="5" name="Footer Placeholder 4">
            <a:extLst>
              <a:ext uri="{FF2B5EF4-FFF2-40B4-BE49-F238E27FC236}">
                <a16:creationId xmlns:a16="http://schemas.microsoft.com/office/drawing/2014/main" id="{CEB7D327-E5E8-6273-26A7-E9C23E88F319}"/>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420454D7-44BC-EE41-D669-90E67A660D95}"/>
              </a:ext>
            </a:extLst>
          </p:cNvPr>
          <p:cNvSpPr>
            <a:spLocks noGrp="1"/>
          </p:cNvSpPr>
          <p:nvPr>
            <p:ph type="sldNum" sz="quarter" idx="12"/>
          </p:nvPr>
        </p:nvSpPr>
        <p:spPr/>
        <p:txBody>
          <a:bodyPr/>
          <a:lstStyle/>
          <a:p>
            <a:fld id="{BFA59B05-8902-43DA-B00E-F20C6237C086}" type="slidenum">
              <a:rPr lang="en-IN" smtClean="0"/>
              <a:t>‹#›</a:t>
            </a:fld>
            <a:endParaRPr lang="en-IN"/>
          </a:p>
        </p:txBody>
      </p:sp>
    </p:spTree>
    <p:extLst>
      <p:ext uri="{BB962C8B-B14F-4D97-AF65-F5344CB8AC3E}">
        <p14:creationId xmlns:p14="http://schemas.microsoft.com/office/powerpoint/2010/main" val="176361916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55CD41-1043-B8EA-2F5F-9FEFBCE675B0}"/>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9D3BE18C-B362-0EC6-9AC7-039AFCDDF0C7}"/>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FCBBE93E-940A-3E22-1273-18E8CEB9EF7E}"/>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19314D08-527E-CA59-8188-D283890C9DE6}"/>
              </a:ext>
            </a:extLst>
          </p:cNvPr>
          <p:cNvSpPr>
            <a:spLocks noGrp="1"/>
          </p:cNvSpPr>
          <p:nvPr>
            <p:ph type="dt" sz="half" idx="10"/>
          </p:nvPr>
        </p:nvSpPr>
        <p:spPr/>
        <p:txBody>
          <a:bodyPr/>
          <a:lstStyle/>
          <a:p>
            <a:fld id="{AF4278E7-FDFB-4384-A770-6A0B72837FA0}" type="datetimeFigureOut">
              <a:rPr lang="en-IN" smtClean="0"/>
              <a:t>10-08-2026</a:t>
            </a:fld>
            <a:endParaRPr lang="en-IN"/>
          </a:p>
        </p:txBody>
      </p:sp>
      <p:sp>
        <p:nvSpPr>
          <p:cNvPr id="6" name="Footer Placeholder 5">
            <a:extLst>
              <a:ext uri="{FF2B5EF4-FFF2-40B4-BE49-F238E27FC236}">
                <a16:creationId xmlns:a16="http://schemas.microsoft.com/office/drawing/2014/main" id="{3B2F267E-589C-78C2-A4CB-4CD4D7BA2620}"/>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89500611-F61F-2776-42BB-779C06ED4612}"/>
              </a:ext>
            </a:extLst>
          </p:cNvPr>
          <p:cNvSpPr>
            <a:spLocks noGrp="1"/>
          </p:cNvSpPr>
          <p:nvPr>
            <p:ph type="sldNum" sz="quarter" idx="12"/>
          </p:nvPr>
        </p:nvSpPr>
        <p:spPr/>
        <p:txBody>
          <a:bodyPr/>
          <a:lstStyle/>
          <a:p>
            <a:fld id="{BFA59B05-8902-43DA-B00E-F20C6237C086}" type="slidenum">
              <a:rPr lang="en-IN" smtClean="0"/>
              <a:t>‹#›</a:t>
            </a:fld>
            <a:endParaRPr lang="en-IN"/>
          </a:p>
        </p:txBody>
      </p:sp>
    </p:spTree>
    <p:extLst>
      <p:ext uri="{BB962C8B-B14F-4D97-AF65-F5344CB8AC3E}">
        <p14:creationId xmlns:p14="http://schemas.microsoft.com/office/powerpoint/2010/main" val="175442163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5423DE-AC37-DAAF-87E5-C0F9B68B71FA}"/>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FF090451-4F6F-34CF-D4D5-3AF45F72074A}"/>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D25B4AE7-CB83-67C4-F65F-D7C91022EC5A}"/>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0EE6332B-2A8E-5962-C8E0-18ADA3892A09}"/>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FCE92C00-A7FE-F1CE-8EE1-FE5C7B81E97B}"/>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686EA8B6-7890-3A5E-DD68-6972E0A7298E}"/>
              </a:ext>
            </a:extLst>
          </p:cNvPr>
          <p:cNvSpPr>
            <a:spLocks noGrp="1"/>
          </p:cNvSpPr>
          <p:nvPr>
            <p:ph type="dt" sz="half" idx="10"/>
          </p:nvPr>
        </p:nvSpPr>
        <p:spPr/>
        <p:txBody>
          <a:bodyPr/>
          <a:lstStyle/>
          <a:p>
            <a:fld id="{AF4278E7-FDFB-4384-A770-6A0B72837FA0}" type="datetimeFigureOut">
              <a:rPr lang="en-IN" smtClean="0"/>
              <a:t>10-08-2026</a:t>
            </a:fld>
            <a:endParaRPr lang="en-IN"/>
          </a:p>
        </p:txBody>
      </p:sp>
      <p:sp>
        <p:nvSpPr>
          <p:cNvPr id="8" name="Footer Placeholder 7">
            <a:extLst>
              <a:ext uri="{FF2B5EF4-FFF2-40B4-BE49-F238E27FC236}">
                <a16:creationId xmlns:a16="http://schemas.microsoft.com/office/drawing/2014/main" id="{0FEEE856-686C-3F61-0FF2-BEDD52B36DFF}"/>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C53DA305-A3A1-C8E2-6331-56977AF301FB}"/>
              </a:ext>
            </a:extLst>
          </p:cNvPr>
          <p:cNvSpPr>
            <a:spLocks noGrp="1"/>
          </p:cNvSpPr>
          <p:nvPr>
            <p:ph type="sldNum" sz="quarter" idx="12"/>
          </p:nvPr>
        </p:nvSpPr>
        <p:spPr/>
        <p:txBody>
          <a:bodyPr/>
          <a:lstStyle/>
          <a:p>
            <a:fld id="{BFA59B05-8902-43DA-B00E-F20C6237C086}" type="slidenum">
              <a:rPr lang="en-IN" smtClean="0"/>
              <a:t>‹#›</a:t>
            </a:fld>
            <a:endParaRPr lang="en-IN"/>
          </a:p>
        </p:txBody>
      </p:sp>
    </p:spTree>
    <p:extLst>
      <p:ext uri="{BB962C8B-B14F-4D97-AF65-F5344CB8AC3E}">
        <p14:creationId xmlns:p14="http://schemas.microsoft.com/office/powerpoint/2010/main" val="376999528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B43A8F-F858-0D69-4880-2C0C5F5F531B}"/>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A49D05F9-53CE-671B-4BC3-1FED38A87BC5}"/>
              </a:ext>
            </a:extLst>
          </p:cNvPr>
          <p:cNvSpPr>
            <a:spLocks noGrp="1"/>
          </p:cNvSpPr>
          <p:nvPr>
            <p:ph type="dt" sz="half" idx="10"/>
          </p:nvPr>
        </p:nvSpPr>
        <p:spPr/>
        <p:txBody>
          <a:bodyPr/>
          <a:lstStyle/>
          <a:p>
            <a:fld id="{AF4278E7-FDFB-4384-A770-6A0B72837FA0}" type="datetimeFigureOut">
              <a:rPr lang="en-IN" smtClean="0"/>
              <a:t>10-08-2026</a:t>
            </a:fld>
            <a:endParaRPr lang="en-IN"/>
          </a:p>
        </p:txBody>
      </p:sp>
      <p:sp>
        <p:nvSpPr>
          <p:cNvPr id="4" name="Footer Placeholder 3">
            <a:extLst>
              <a:ext uri="{FF2B5EF4-FFF2-40B4-BE49-F238E27FC236}">
                <a16:creationId xmlns:a16="http://schemas.microsoft.com/office/drawing/2014/main" id="{B115D841-00AE-DDF2-8272-CF3BE3A673FF}"/>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345FB453-C547-D4D8-CA1A-EC8AECB80E63}"/>
              </a:ext>
            </a:extLst>
          </p:cNvPr>
          <p:cNvSpPr>
            <a:spLocks noGrp="1"/>
          </p:cNvSpPr>
          <p:nvPr>
            <p:ph type="sldNum" sz="quarter" idx="12"/>
          </p:nvPr>
        </p:nvSpPr>
        <p:spPr/>
        <p:txBody>
          <a:bodyPr/>
          <a:lstStyle/>
          <a:p>
            <a:fld id="{BFA59B05-8902-43DA-B00E-F20C6237C086}" type="slidenum">
              <a:rPr lang="en-IN" smtClean="0"/>
              <a:t>‹#›</a:t>
            </a:fld>
            <a:endParaRPr lang="en-IN"/>
          </a:p>
        </p:txBody>
      </p:sp>
    </p:spTree>
    <p:extLst>
      <p:ext uri="{BB962C8B-B14F-4D97-AF65-F5344CB8AC3E}">
        <p14:creationId xmlns:p14="http://schemas.microsoft.com/office/powerpoint/2010/main" val="92715346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967C002-D628-344B-4B07-D0C4DCD1D781}"/>
              </a:ext>
            </a:extLst>
          </p:cNvPr>
          <p:cNvSpPr>
            <a:spLocks noGrp="1"/>
          </p:cNvSpPr>
          <p:nvPr>
            <p:ph type="dt" sz="half" idx="10"/>
          </p:nvPr>
        </p:nvSpPr>
        <p:spPr/>
        <p:txBody>
          <a:bodyPr/>
          <a:lstStyle/>
          <a:p>
            <a:fld id="{AF4278E7-FDFB-4384-A770-6A0B72837FA0}" type="datetimeFigureOut">
              <a:rPr lang="en-IN" smtClean="0"/>
              <a:t>10-08-2026</a:t>
            </a:fld>
            <a:endParaRPr lang="en-IN"/>
          </a:p>
        </p:txBody>
      </p:sp>
      <p:sp>
        <p:nvSpPr>
          <p:cNvPr id="3" name="Footer Placeholder 2">
            <a:extLst>
              <a:ext uri="{FF2B5EF4-FFF2-40B4-BE49-F238E27FC236}">
                <a16:creationId xmlns:a16="http://schemas.microsoft.com/office/drawing/2014/main" id="{B7955888-5FF9-ADA0-AEA9-EB1CC549EE24}"/>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CBD77846-A228-3A90-6F65-88DC3650206E}"/>
              </a:ext>
            </a:extLst>
          </p:cNvPr>
          <p:cNvSpPr>
            <a:spLocks noGrp="1"/>
          </p:cNvSpPr>
          <p:nvPr>
            <p:ph type="sldNum" sz="quarter" idx="12"/>
          </p:nvPr>
        </p:nvSpPr>
        <p:spPr/>
        <p:txBody>
          <a:bodyPr/>
          <a:lstStyle/>
          <a:p>
            <a:fld id="{BFA59B05-8902-43DA-B00E-F20C6237C086}" type="slidenum">
              <a:rPr lang="en-IN" smtClean="0"/>
              <a:t>‹#›</a:t>
            </a:fld>
            <a:endParaRPr lang="en-IN"/>
          </a:p>
        </p:txBody>
      </p:sp>
    </p:spTree>
    <p:extLst>
      <p:ext uri="{BB962C8B-B14F-4D97-AF65-F5344CB8AC3E}">
        <p14:creationId xmlns:p14="http://schemas.microsoft.com/office/powerpoint/2010/main" val="216437517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808E0F-FA34-D1D7-B60F-3A6ED0E4B66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F0E25A06-A712-B3E2-6D91-20D137210EF1}"/>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7D0037E4-5F50-81B7-5997-34627923FC8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F963FFD-BBF2-0E5A-21D6-64BBB42E2EFF}"/>
              </a:ext>
            </a:extLst>
          </p:cNvPr>
          <p:cNvSpPr>
            <a:spLocks noGrp="1"/>
          </p:cNvSpPr>
          <p:nvPr>
            <p:ph type="dt" sz="half" idx="10"/>
          </p:nvPr>
        </p:nvSpPr>
        <p:spPr/>
        <p:txBody>
          <a:bodyPr/>
          <a:lstStyle/>
          <a:p>
            <a:fld id="{AF4278E7-FDFB-4384-A770-6A0B72837FA0}" type="datetimeFigureOut">
              <a:rPr lang="en-IN" smtClean="0"/>
              <a:t>10-08-2026</a:t>
            </a:fld>
            <a:endParaRPr lang="en-IN"/>
          </a:p>
        </p:txBody>
      </p:sp>
      <p:sp>
        <p:nvSpPr>
          <p:cNvPr id="6" name="Footer Placeholder 5">
            <a:extLst>
              <a:ext uri="{FF2B5EF4-FFF2-40B4-BE49-F238E27FC236}">
                <a16:creationId xmlns:a16="http://schemas.microsoft.com/office/drawing/2014/main" id="{6A29CFDA-9051-6081-458D-182F53A29813}"/>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3EFB715B-6BB6-ED7D-5D4D-AC0968A1F401}"/>
              </a:ext>
            </a:extLst>
          </p:cNvPr>
          <p:cNvSpPr>
            <a:spLocks noGrp="1"/>
          </p:cNvSpPr>
          <p:nvPr>
            <p:ph type="sldNum" sz="quarter" idx="12"/>
          </p:nvPr>
        </p:nvSpPr>
        <p:spPr/>
        <p:txBody>
          <a:bodyPr/>
          <a:lstStyle/>
          <a:p>
            <a:fld id="{BFA59B05-8902-43DA-B00E-F20C6237C086}" type="slidenum">
              <a:rPr lang="en-IN" smtClean="0"/>
              <a:t>‹#›</a:t>
            </a:fld>
            <a:endParaRPr lang="en-IN"/>
          </a:p>
        </p:txBody>
      </p:sp>
    </p:spTree>
    <p:extLst>
      <p:ext uri="{BB962C8B-B14F-4D97-AF65-F5344CB8AC3E}">
        <p14:creationId xmlns:p14="http://schemas.microsoft.com/office/powerpoint/2010/main" val="24116369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C5098F-FBE9-19DB-190F-F302DFE1F11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889EEE62-261E-0D9B-4788-BF8EFC4F3E64}"/>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DF872E1D-9356-C3E7-EFF5-72333ADF0AD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EA844C2-F154-3003-0DC6-D97D5AED3550}"/>
              </a:ext>
            </a:extLst>
          </p:cNvPr>
          <p:cNvSpPr>
            <a:spLocks noGrp="1"/>
          </p:cNvSpPr>
          <p:nvPr>
            <p:ph type="dt" sz="half" idx="10"/>
          </p:nvPr>
        </p:nvSpPr>
        <p:spPr/>
        <p:txBody>
          <a:bodyPr/>
          <a:lstStyle/>
          <a:p>
            <a:fld id="{AF4278E7-FDFB-4384-A770-6A0B72837FA0}" type="datetimeFigureOut">
              <a:rPr lang="en-IN" smtClean="0"/>
              <a:t>10-08-2026</a:t>
            </a:fld>
            <a:endParaRPr lang="en-IN"/>
          </a:p>
        </p:txBody>
      </p:sp>
      <p:sp>
        <p:nvSpPr>
          <p:cNvPr id="6" name="Footer Placeholder 5">
            <a:extLst>
              <a:ext uri="{FF2B5EF4-FFF2-40B4-BE49-F238E27FC236}">
                <a16:creationId xmlns:a16="http://schemas.microsoft.com/office/drawing/2014/main" id="{50AAC32A-5217-16FD-D8AA-81A1ABA81E4E}"/>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64BBDFD9-AC37-6872-F177-BEDBA067DD5F}"/>
              </a:ext>
            </a:extLst>
          </p:cNvPr>
          <p:cNvSpPr>
            <a:spLocks noGrp="1"/>
          </p:cNvSpPr>
          <p:nvPr>
            <p:ph type="sldNum" sz="quarter" idx="12"/>
          </p:nvPr>
        </p:nvSpPr>
        <p:spPr/>
        <p:txBody>
          <a:bodyPr/>
          <a:lstStyle/>
          <a:p>
            <a:fld id="{BFA59B05-8902-43DA-B00E-F20C6237C086}" type="slidenum">
              <a:rPr lang="en-IN" smtClean="0"/>
              <a:t>‹#›</a:t>
            </a:fld>
            <a:endParaRPr lang="en-IN"/>
          </a:p>
        </p:txBody>
      </p:sp>
    </p:spTree>
    <p:extLst>
      <p:ext uri="{BB962C8B-B14F-4D97-AF65-F5344CB8AC3E}">
        <p14:creationId xmlns:p14="http://schemas.microsoft.com/office/powerpoint/2010/main" val="209532953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2BC93A-3E24-96ED-CE91-DE105B01A22B}"/>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DCCC93E6-5D76-46C3-D757-CD3E4D3FC8A7}"/>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68F8A802-A6E7-714C-5B0E-B098B2438489}"/>
              </a:ext>
            </a:extLst>
          </p:cNvPr>
          <p:cNvSpPr>
            <a:spLocks noGrp="1"/>
          </p:cNvSpPr>
          <p:nvPr>
            <p:ph type="dt" sz="half" idx="10"/>
          </p:nvPr>
        </p:nvSpPr>
        <p:spPr/>
        <p:txBody>
          <a:bodyPr/>
          <a:lstStyle/>
          <a:p>
            <a:fld id="{AF4278E7-FDFB-4384-A770-6A0B72837FA0}" type="datetimeFigureOut">
              <a:rPr lang="en-IN" smtClean="0"/>
              <a:t>10-08-2026</a:t>
            </a:fld>
            <a:endParaRPr lang="en-IN"/>
          </a:p>
        </p:txBody>
      </p:sp>
      <p:sp>
        <p:nvSpPr>
          <p:cNvPr id="5" name="Footer Placeholder 4">
            <a:extLst>
              <a:ext uri="{FF2B5EF4-FFF2-40B4-BE49-F238E27FC236}">
                <a16:creationId xmlns:a16="http://schemas.microsoft.com/office/drawing/2014/main" id="{6A83459E-6098-4DB5-4286-27C0F47847CC}"/>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8D2A953E-EC3B-D803-BFAC-AEEF44BF135B}"/>
              </a:ext>
            </a:extLst>
          </p:cNvPr>
          <p:cNvSpPr>
            <a:spLocks noGrp="1"/>
          </p:cNvSpPr>
          <p:nvPr>
            <p:ph type="sldNum" sz="quarter" idx="12"/>
          </p:nvPr>
        </p:nvSpPr>
        <p:spPr/>
        <p:txBody>
          <a:bodyPr/>
          <a:lstStyle/>
          <a:p>
            <a:fld id="{BFA59B05-8902-43DA-B00E-F20C6237C086}" type="slidenum">
              <a:rPr lang="en-IN" smtClean="0"/>
              <a:t>‹#›</a:t>
            </a:fld>
            <a:endParaRPr lang="en-IN"/>
          </a:p>
        </p:txBody>
      </p:sp>
    </p:spTree>
    <p:extLst>
      <p:ext uri="{BB962C8B-B14F-4D97-AF65-F5344CB8AC3E}">
        <p14:creationId xmlns:p14="http://schemas.microsoft.com/office/powerpoint/2010/main" val="385097825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C8E5C072-7A94-81DF-712C-CE008B51BEDD}"/>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80E57D17-64C7-DCD1-9502-C55E13D80557}"/>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6365878E-5145-D0AD-477B-CC391822270B}"/>
              </a:ext>
            </a:extLst>
          </p:cNvPr>
          <p:cNvSpPr>
            <a:spLocks noGrp="1"/>
          </p:cNvSpPr>
          <p:nvPr>
            <p:ph type="dt" sz="half" idx="10"/>
          </p:nvPr>
        </p:nvSpPr>
        <p:spPr/>
        <p:txBody>
          <a:bodyPr/>
          <a:lstStyle/>
          <a:p>
            <a:fld id="{AF4278E7-FDFB-4384-A770-6A0B72837FA0}" type="datetimeFigureOut">
              <a:rPr lang="en-IN" smtClean="0"/>
              <a:t>10-08-2026</a:t>
            </a:fld>
            <a:endParaRPr lang="en-IN"/>
          </a:p>
        </p:txBody>
      </p:sp>
      <p:sp>
        <p:nvSpPr>
          <p:cNvPr id="5" name="Footer Placeholder 4">
            <a:extLst>
              <a:ext uri="{FF2B5EF4-FFF2-40B4-BE49-F238E27FC236}">
                <a16:creationId xmlns:a16="http://schemas.microsoft.com/office/drawing/2014/main" id="{EA4F30D5-A20B-BB05-D07C-78CF78C37D48}"/>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78413D14-89A8-E97B-2F18-DEFDCD3A7DF3}"/>
              </a:ext>
            </a:extLst>
          </p:cNvPr>
          <p:cNvSpPr>
            <a:spLocks noGrp="1"/>
          </p:cNvSpPr>
          <p:nvPr>
            <p:ph type="sldNum" sz="quarter" idx="12"/>
          </p:nvPr>
        </p:nvSpPr>
        <p:spPr/>
        <p:txBody>
          <a:bodyPr/>
          <a:lstStyle/>
          <a:p>
            <a:fld id="{BFA59B05-8902-43DA-B00E-F20C6237C086}" type="slidenum">
              <a:rPr lang="en-IN" smtClean="0"/>
              <a:t>‹#›</a:t>
            </a:fld>
            <a:endParaRPr lang="en-IN"/>
          </a:p>
        </p:txBody>
      </p:sp>
    </p:spTree>
    <p:extLst>
      <p:ext uri="{BB962C8B-B14F-4D97-AF65-F5344CB8AC3E}">
        <p14:creationId xmlns:p14="http://schemas.microsoft.com/office/powerpoint/2010/main" val="48097213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2D8FC5A-25C4-BC0A-809E-858E9E39F3A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AAD8F6E6-AAF5-34A3-4175-89B0790042C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2253257F-E725-99DC-B4AF-4AA26525163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AF4278E7-FDFB-4384-A770-6A0B72837FA0}" type="datetimeFigureOut">
              <a:rPr lang="en-IN" smtClean="0"/>
              <a:t>10-08-2026</a:t>
            </a:fld>
            <a:endParaRPr lang="en-IN"/>
          </a:p>
        </p:txBody>
      </p:sp>
      <p:sp>
        <p:nvSpPr>
          <p:cNvPr id="5" name="Footer Placeholder 4">
            <a:extLst>
              <a:ext uri="{FF2B5EF4-FFF2-40B4-BE49-F238E27FC236}">
                <a16:creationId xmlns:a16="http://schemas.microsoft.com/office/drawing/2014/main" id="{08132439-FD18-2C79-1413-58DA6C9BADCB}"/>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IN"/>
          </a:p>
        </p:txBody>
      </p:sp>
      <p:sp>
        <p:nvSpPr>
          <p:cNvPr id="6" name="Slide Number Placeholder 5">
            <a:extLst>
              <a:ext uri="{FF2B5EF4-FFF2-40B4-BE49-F238E27FC236}">
                <a16:creationId xmlns:a16="http://schemas.microsoft.com/office/drawing/2014/main" id="{4D124801-AE55-4259-81E3-9542FAB7E31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BFA59B05-8902-43DA-B00E-F20C6237C086}" type="slidenum">
              <a:rPr lang="en-IN" smtClean="0"/>
              <a:t>‹#›</a:t>
            </a:fld>
            <a:endParaRPr lang="en-IN"/>
          </a:p>
        </p:txBody>
      </p:sp>
    </p:spTree>
    <p:extLst>
      <p:ext uri="{BB962C8B-B14F-4D97-AF65-F5344CB8AC3E}">
        <p14:creationId xmlns:p14="http://schemas.microsoft.com/office/powerpoint/2010/main" val="2549575724"/>
      </p:ext>
    </p:extLst>
  </p:cSld>
  <p:clrMap bg1="lt1" tx1="dk1" bg2="lt2" tx2="dk2" accent1="accent1" accent2="accent2" accent3="accent3" accent4="accent4" accent5="accent5" accent6="accent6" hlink="hlink" folHlink="folHlink"/>
  <p:sldLayoutIdLst>
    <p:sldLayoutId id="2147483708" r:id="rId1"/>
    <p:sldLayoutId id="2147483709" r:id="rId2"/>
    <p:sldLayoutId id="2147483710" r:id="rId3"/>
    <p:sldLayoutId id="2147483711" r:id="rId4"/>
    <p:sldLayoutId id="2147483712" r:id="rId5"/>
    <p:sldLayoutId id="2147483713" r:id="rId6"/>
    <p:sldLayoutId id="2147483714" r:id="rId7"/>
    <p:sldLayoutId id="2147483715" r:id="rId8"/>
    <p:sldLayoutId id="2147483716" r:id="rId9"/>
    <p:sldLayoutId id="2147483717" r:id="rId10"/>
    <p:sldLayoutId id="2147483718"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EC9E67-5F59-5A83-90A9-EE0F54113906}"/>
              </a:ext>
            </a:extLst>
          </p:cNvPr>
          <p:cNvSpPr>
            <a:spLocks noGrp="1"/>
          </p:cNvSpPr>
          <p:nvPr>
            <p:ph type="title"/>
          </p:nvPr>
        </p:nvSpPr>
        <p:spPr>
          <a:xfrm>
            <a:off x="838200" y="365125"/>
            <a:ext cx="10515600" cy="2368243"/>
          </a:xfrm>
        </p:spPr>
        <p:txBody>
          <a:bodyPr/>
          <a:lstStyle/>
          <a:p>
            <a:pPr algn="ctr"/>
            <a:r>
              <a:rPr lang="en-US" dirty="0">
                <a:solidFill>
                  <a:schemeClr val="accent4">
                    <a:lumMod val="50000"/>
                  </a:schemeClr>
                </a:solidFill>
                <a:latin typeface="Times New Roman" panose="02020603050405020304" pitchFamily="18" charset="0"/>
                <a:cs typeface="Times New Roman" panose="02020603050405020304" pitchFamily="18" charset="0"/>
              </a:rPr>
              <a:t>ROLE OF NETWORKING IN CLOUD COMPUTING</a:t>
            </a:r>
            <a:endParaRPr lang="en-IN" dirty="0">
              <a:solidFill>
                <a:schemeClr val="accent4">
                  <a:lumMod val="50000"/>
                </a:schemeClr>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F05355C4-059C-05BE-B14F-D6C0C84E3852}"/>
              </a:ext>
            </a:extLst>
          </p:cNvPr>
          <p:cNvSpPr>
            <a:spLocks noGrp="1"/>
          </p:cNvSpPr>
          <p:nvPr>
            <p:ph idx="1"/>
          </p:nvPr>
        </p:nvSpPr>
        <p:spPr>
          <a:xfrm>
            <a:off x="838200" y="2998839"/>
            <a:ext cx="10515600" cy="678426"/>
          </a:xfrm>
        </p:spPr>
        <p:txBody>
          <a:bodyPr/>
          <a:lstStyle/>
          <a:p>
            <a:pPr algn="ctr"/>
            <a:r>
              <a:rPr lang="en-US" dirty="0">
                <a:latin typeface="Times New Roman" panose="02020603050405020304" pitchFamily="18" charset="0"/>
                <a:cs typeface="Times New Roman" panose="02020603050405020304" pitchFamily="18" charset="0"/>
              </a:rPr>
              <a:t>CSA1516- CLOUD COMPUTING</a:t>
            </a:r>
          </a:p>
          <a:p>
            <a:pPr algn="ctr"/>
            <a:endParaRPr lang="en-IN" dirty="0">
              <a:latin typeface="Times New Roman" panose="02020603050405020304" pitchFamily="18" charset="0"/>
              <a:cs typeface="Times New Roman" panose="02020603050405020304" pitchFamily="18" charset="0"/>
            </a:endParaRPr>
          </a:p>
        </p:txBody>
      </p:sp>
      <p:sp>
        <p:nvSpPr>
          <p:cNvPr id="4" name="TextBox 3">
            <a:extLst>
              <a:ext uri="{FF2B5EF4-FFF2-40B4-BE49-F238E27FC236}">
                <a16:creationId xmlns:a16="http://schemas.microsoft.com/office/drawing/2014/main" id="{EC782061-F75D-D5E3-5CE5-39BB244F45E6}"/>
              </a:ext>
            </a:extLst>
          </p:cNvPr>
          <p:cNvSpPr txBox="1"/>
          <p:nvPr/>
        </p:nvSpPr>
        <p:spPr>
          <a:xfrm>
            <a:off x="7226710" y="4935794"/>
            <a:ext cx="3352800" cy="646331"/>
          </a:xfrm>
          <a:prstGeom prst="rect">
            <a:avLst/>
          </a:prstGeom>
          <a:noFill/>
        </p:spPr>
        <p:txBody>
          <a:bodyPr wrap="square" rtlCol="0">
            <a:spAutoFit/>
          </a:bodyPr>
          <a:lstStyle/>
          <a:p>
            <a:r>
              <a:rPr lang="en-US" dirty="0">
                <a:latin typeface="Times New Roman" panose="02020603050405020304" pitchFamily="18" charset="0"/>
                <a:cs typeface="Times New Roman" panose="02020603050405020304" pitchFamily="18" charset="0"/>
              </a:rPr>
              <a:t>V.JEEVA</a:t>
            </a:r>
          </a:p>
          <a:p>
            <a:r>
              <a:rPr lang="en-US" dirty="0">
                <a:latin typeface="Times New Roman" panose="02020603050405020304" pitchFamily="18" charset="0"/>
                <a:cs typeface="Times New Roman" panose="02020603050405020304" pitchFamily="18" charset="0"/>
              </a:rPr>
              <a:t>192521080</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90349845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F4C49C-ED65-B846-0021-27FAB8B07C6F}"/>
              </a:ext>
            </a:extLst>
          </p:cNvPr>
          <p:cNvSpPr>
            <a:spLocks noGrp="1"/>
          </p:cNvSpPr>
          <p:nvPr>
            <p:ph type="ctrTitle"/>
          </p:nvPr>
        </p:nvSpPr>
        <p:spPr>
          <a:xfrm>
            <a:off x="357051" y="457201"/>
            <a:ext cx="11634651" cy="840376"/>
          </a:xfrm>
        </p:spPr>
        <p:txBody>
          <a:bodyPr>
            <a:normAutofit fontScale="90000"/>
          </a:bodyPr>
          <a:lstStyle/>
          <a:p>
            <a:r>
              <a:rPr lang="en-IN" sz="4800" b="1" dirty="0">
                <a:solidFill>
                  <a:srgbClr val="FF0000"/>
                </a:solidFill>
                <a:latin typeface="Times New Roman" panose="02020603050405020304" pitchFamily="18" charset="0"/>
                <a:cs typeface="Times New Roman" panose="02020603050405020304" pitchFamily="18" charset="0"/>
              </a:rPr>
              <a:t>Introduction to Networking in Cloud Computing</a:t>
            </a:r>
          </a:p>
        </p:txBody>
      </p:sp>
      <p:sp>
        <p:nvSpPr>
          <p:cNvPr id="3" name="Subtitle 2">
            <a:extLst>
              <a:ext uri="{FF2B5EF4-FFF2-40B4-BE49-F238E27FC236}">
                <a16:creationId xmlns:a16="http://schemas.microsoft.com/office/drawing/2014/main" id="{0FD0A60F-0D82-EF47-1C37-CADB485EAB74}"/>
              </a:ext>
            </a:extLst>
          </p:cNvPr>
          <p:cNvSpPr>
            <a:spLocks noGrp="1"/>
          </p:cNvSpPr>
          <p:nvPr>
            <p:ph type="subTitle" idx="1"/>
          </p:nvPr>
        </p:nvSpPr>
        <p:spPr>
          <a:xfrm>
            <a:off x="904569" y="1720645"/>
            <a:ext cx="11505146" cy="4146996"/>
          </a:xfrm>
        </p:spPr>
        <p:txBody>
          <a:bodyPr>
            <a:noAutofit/>
          </a:bodyPr>
          <a:lstStyle/>
          <a:p>
            <a:pPr algn="l"/>
            <a:r>
              <a:rPr lang="en-US" sz="2000" dirty="0">
                <a:latin typeface="Times New Roman" panose="02020603050405020304" pitchFamily="18" charset="0"/>
                <a:cs typeface="Times New Roman" panose="02020603050405020304" pitchFamily="18" charset="0"/>
              </a:rPr>
              <a:t>Cloud Networking</a:t>
            </a:r>
          </a:p>
          <a:p>
            <a:pPr marL="342900" indent="-342900" algn="l">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 Cloud networking refers to the use of network resources and technologies to connect users, devices, applications, and cloud infrastructure.</a:t>
            </a:r>
          </a:p>
          <a:p>
            <a:pPr algn="l"/>
            <a:r>
              <a:rPr lang="en-US" sz="2000" dirty="0">
                <a:latin typeface="Times New Roman" panose="02020603050405020304" pitchFamily="18" charset="0"/>
                <a:cs typeface="Times New Roman" panose="02020603050405020304" pitchFamily="18" charset="0"/>
              </a:rPr>
              <a:t>It enables:</a:t>
            </a:r>
          </a:p>
          <a:p>
            <a:pPr marL="342900" indent="-342900" algn="l">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 Communication between cloud servers.</a:t>
            </a:r>
          </a:p>
          <a:p>
            <a:pPr marL="342900" indent="-342900" algn="l">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 Access to cloud applications.</a:t>
            </a:r>
          </a:p>
          <a:p>
            <a:pPr marL="342900" indent="-342900" algn="l">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 Data transfer between users and cloud data centers.</a:t>
            </a:r>
          </a:p>
          <a:p>
            <a:pPr marL="342900" indent="-342900" algn="l">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 Connection between private networks and cloud environments.</a:t>
            </a:r>
          </a:p>
          <a:p>
            <a:pPr marL="342900" indent="-342900" algn="l">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 Secure access to cloud resources.</a:t>
            </a:r>
            <a:endParaRPr lang="en-IN"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00136782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66FA53-AAE4-5663-27AC-770C5E5B5567}"/>
              </a:ext>
            </a:extLst>
          </p:cNvPr>
          <p:cNvSpPr>
            <a:spLocks noGrp="1"/>
          </p:cNvSpPr>
          <p:nvPr>
            <p:ph type="ctrTitle"/>
          </p:nvPr>
        </p:nvSpPr>
        <p:spPr>
          <a:xfrm>
            <a:off x="216310" y="68012"/>
            <a:ext cx="11621729" cy="770467"/>
          </a:xfrm>
        </p:spPr>
        <p:txBody>
          <a:bodyPr>
            <a:normAutofit/>
          </a:bodyPr>
          <a:lstStyle/>
          <a:p>
            <a:r>
              <a:rPr lang="en-US" sz="4800" b="1" dirty="0">
                <a:solidFill>
                  <a:srgbClr val="FF0000"/>
                </a:solidFill>
                <a:latin typeface="Times New Roman" panose="02020603050405020304" pitchFamily="18" charset="0"/>
                <a:cs typeface="Times New Roman" panose="02020603050405020304" pitchFamily="18" charset="0"/>
              </a:rPr>
              <a:t>OBJECTIVES</a:t>
            </a:r>
            <a:endParaRPr lang="en-IN" sz="4800" b="1" dirty="0">
              <a:solidFill>
                <a:srgbClr val="FF0000"/>
              </a:solidFill>
              <a:latin typeface="Times New Roman" panose="02020603050405020304" pitchFamily="18" charset="0"/>
              <a:cs typeface="Times New Roman" panose="02020603050405020304" pitchFamily="18" charset="0"/>
            </a:endParaRPr>
          </a:p>
        </p:txBody>
      </p:sp>
      <p:sp>
        <p:nvSpPr>
          <p:cNvPr id="3" name="Subtitle 2">
            <a:extLst>
              <a:ext uri="{FF2B5EF4-FFF2-40B4-BE49-F238E27FC236}">
                <a16:creationId xmlns:a16="http://schemas.microsoft.com/office/drawing/2014/main" id="{0D305C2B-6564-18E2-E303-84869E372DDB}"/>
              </a:ext>
            </a:extLst>
          </p:cNvPr>
          <p:cNvSpPr>
            <a:spLocks noGrp="1"/>
          </p:cNvSpPr>
          <p:nvPr>
            <p:ph type="subTitle" idx="1"/>
          </p:nvPr>
        </p:nvSpPr>
        <p:spPr>
          <a:xfrm>
            <a:off x="944741" y="1369182"/>
            <a:ext cx="11621728" cy="5063065"/>
          </a:xfrm>
        </p:spPr>
        <p:txBody>
          <a:bodyPr>
            <a:normAutofit/>
          </a:bodyPr>
          <a:lstStyle/>
          <a:p>
            <a:pPr marL="457200" indent="-457200" algn="l">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 To understand the role of networking in cloud computing.</a:t>
            </a:r>
          </a:p>
          <a:p>
            <a:pPr marL="457200" indent="-457200" algn="l">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 To identify the major components of cloud network infrastructure.</a:t>
            </a:r>
          </a:p>
          <a:p>
            <a:pPr marL="457200" indent="-457200" algn="l">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 To explain how networks support cloud services.</a:t>
            </a:r>
          </a:p>
          <a:p>
            <a:pPr marL="457200" indent="-457200" algn="l">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 To understand cloud networking technologies and protocols.</a:t>
            </a:r>
          </a:p>
          <a:p>
            <a:pPr marL="457200" indent="-457200" algn="l">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 To analyze the importance of network security.</a:t>
            </a:r>
          </a:p>
          <a:p>
            <a:pPr marL="457200" indent="-457200" algn="l">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 To identify the challenges in cloud networking</a:t>
            </a:r>
            <a:endParaRPr lang="en-IN" sz="2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55114307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9E6CBC-971A-5FF5-39B4-74687F610240}"/>
              </a:ext>
            </a:extLst>
          </p:cNvPr>
          <p:cNvSpPr>
            <a:spLocks noGrp="1"/>
          </p:cNvSpPr>
          <p:nvPr>
            <p:ph type="title"/>
          </p:nvPr>
        </p:nvSpPr>
        <p:spPr>
          <a:xfrm>
            <a:off x="206478" y="137160"/>
            <a:ext cx="11296546" cy="929640"/>
          </a:xfrm>
        </p:spPr>
        <p:txBody>
          <a:bodyPr>
            <a:normAutofit/>
          </a:bodyPr>
          <a:lstStyle/>
          <a:p>
            <a:pPr algn="ctr"/>
            <a:r>
              <a:rPr lang="en-IN" b="1" dirty="0">
                <a:solidFill>
                  <a:srgbClr val="FF0000"/>
                </a:solidFill>
                <a:latin typeface="Times New Roman" panose="02020603050405020304" pitchFamily="18" charset="0"/>
                <a:cs typeface="Times New Roman" panose="02020603050405020304" pitchFamily="18" charset="0"/>
              </a:rPr>
              <a:t>METHODOLOGY</a:t>
            </a:r>
          </a:p>
        </p:txBody>
      </p:sp>
      <p:sp>
        <p:nvSpPr>
          <p:cNvPr id="3" name="Content Placeholder 2">
            <a:extLst>
              <a:ext uri="{FF2B5EF4-FFF2-40B4-BE49-F238E27FC236}">
                <a16:creationId xmlns:a16="http://schemas.microsoft.com/office/drawing/2014/main" id="{1BD05041-FCC8-C0BE-FC3A-38A356F7AE91}"/>
              </a:ext>
            </a:extLst>
          </p:cNvPr>
          <p:cNvSpPr>
            <a:spLocks noGrp="1"/>
          </p:cNvSpPr>
          <p:nvPr>
            <p:ph idx="1"/>
          </p:nvPr>
        </p:nvSpPr>
        <p:spPr>
          <a:xfrm>
            <a:off x="393290" y="1175657"/>
            <a:ext cx="11109733" cy="5050972"/>
          </a:xfrm>
        </p:spPr>
        <p:txBody>
          <a:bodyPr/>
          <a:lstStyle/>
          <a:p>
            <a:r>
              <a:rPr lang="en-IN" dirty="0">
                <a:latin typeface="Times New Roman" panose="02020603050405020304" pitchFamily="18" charset="0"/>
                <a:cs typeface="Times New Roman" panose="02020603050405020304" pitchFamily="18" charset="0"/>
              </a:rPr>
              <a:t> Study cloud computing and networking concepts from textbooks and technical resources</a:t>
            </a:r>
          </a:p>
          <a:p>
            <a:r>
              <a:rPr lang="en-IN" dirty="0" err="1">
                <a:latin typeface="Times New Roman" panose="02020603050405020304" pitchFamily="18" charset="0"/>
                <a:cs typeface="Times New Roman" panose="02020603050405020304" pitchFamily="18" charset="0"/>
              </a:rPr>
              <a:t>Analyze</a:t>
            </a:r>
            <a:r>
              <a:rPr lang="en-IN" dirty="0">
                <a:latin typeface="Times New Roman" panose="02020603050405020304" pitchFamily="18" charset="0"/>
                <a:cs typeface="Times New Roman" panose="02020603050405020304" pitchFamily="18" charset="0"/>
              </a:rPr>
              <a:t> the relationship between network infrastructure and cloud services.</a:t>
            </a:r>
          </a:p>
          <a:p>
            <a:r>
              <a:rPr lang="en-IN" dirty="0">
                <a:latin typeface="Times New Roman" panose="02020603050405020304" pitchFamily="18" charset="0"/>
                <a:cs typeface="Times New Roman" panose="02020603050405020304" pitchFamily="18" charset="0"/>
              </a:rPr>
              <a:t>Examine technologies such as Virtual Networks, SDN, VPN, Load Balancing, and CDN</a:t>
            </a:r>
          </a:p>
          <a:p>
            <a:r>
              <a:rPr lang="en-IN" dirty="0">
                <a:latin typeface="Times New Roman" panose="02020603050405020304" pitchFamily="18" charset="0"/>
                <a:cs typeface="Times New Roman" panose="02020603050405020304" pitchFamily="18" charset="0"/>
              </a:rPr>
              <a:t>Study how firewalls, encryption, and access control protect cloud networks</a:t>
            </a:r>
          </a:p>
          <a:p>
            <a:r>
              <a:rPr lang="en-IN" dirty="0">
                <a:latin typeface="Times New Roman" panose="02020603050405020304" pitchFamily="18" charset="0"/>
                <a:cs typeface="Times New Roman" panose="02020603050405020304" pitchFamily="18" charset="0"/>
              </a:rPr>
              <a:t> </a:t>
            </a:r>
            <a:r>
              <a:rPr lang="en-IN" dirty="0" err="1">
                <a:latin typeface="Times New Roman" panose="02020603050405020304" pitchFamily="18" charset="0"/>
                <a:cs typeface="Times New Roman" panose="02020603050405020304" pitchFamily="18" charset="0"/>
              </a:rPr>
              <a:t>Analyze</a:t>
            </a:r>
            <a:r>
              <a:rPr lang="en-IN" dirty="0">
                <a:latin typeface="Times New Roman" panose="02020603050405020304" pitchFamily="18" charset="0"/>
                <a:cs typeface="Times New Roman" panose="02020603050405020304" pitchFamily="18" charset="0"/>
              </a:rPr>
              <a:t> how major cloud platforms use networking to deliver services.</a:t>
            </a:r>
          </a:p>
        </p:txBody>
      </p:sp>
    </p:spTree>
    <p:extLst>
      <p:ext uri="{BB962C8B-B14F-4D97-AF65-F5344CB8AC3E}">
        <p14:creationId xmlns:p14="http://schemas.microsoft.com/office/powerpoint/2010/main" val="16331576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AC798F-921F-ADBB-B964-05D1CA9ABC3B}"/>
              </a:ext>
            </a:extLst>
          </p:cNvPr>
          <p:cNvSpPr>
            <a:spLocks noGrp="1"/>
          </p:cNvSpPr>
          <p:nvPr>
            <p:ph type="title"/>
          </p:nvPr>
        </p:nvSpPr>
        <p:spPr>
          <a:xfrm>
            <a:off x="560440" y="190501"/>
            <a:ext cx="10942584" cy="1254842"/>
          </a:xfrm>
        </p:spPr>
        <p:txBody>
          <a:bodyPr>
            <a:normAutofit fontScale="90000"/>
          </a:bodyPr>
          <a:lstStyle/>
          <a:p>
            <a:pPr algn="ctr"/>
            <a:r>
              <a:rPr lang="en-IN" b="1" dirty="0">
                <a:solidFill>
                  <a:srgbClr val="FF0000"/>
                </a:solidFill>
                <a:latin typeface="Times New Roman" panose="02020603050405020304" pitchFamily="18" charset="0"/>
                <a:cs typeface="Times New Roman" panose="02020603050405020304" pitchFamily="18" charset="0"/>
              </a:rPr>
              <a:t>ROLE OF NETWORKING IN CLOUD COMPUTING</a:t>
            </a:r>
          </a:p>
        </p:txBody>
      </p:sp>
      <p:sp>
        <p:nvSpPr>
          <p:cNvPr id="3" name="Content Placeholder 2">
            <a:extLst>
              <a:ext uri="{FF2B5EF4-FFF2-40B4-BE49-F238E27FC236}">
                <a16:creationId xmlns:a16="http://schemas.microsoft.com/office/drawing/2014/main" id="{FC7EC3E5-C552-90D1-E847-BE69C4958DA2}"/>
              </a:ext>
            </a:extLst>
          </p:cNvPr>
          <p:cNvSpPr>
            <a:spLocks noGrp="1"/>
          </p:cNvSpPr>
          <p:nvPr>
            <p:ph idx="1"/>
          </p:nvPr>
        </p:nvSpPr>
        <p:spPr>
          <a:xfrm>
            <a:off x="688977" y="1602377"/>
            <a:ext cx="10568958" cy="4188823"/>
          </a:xfrm>
        </p:spPr>
        <p:txBody>
          <a:bodyPr>
            <a:noAutofit/>
          </a:bodyPr>
          <a:lstStyle/>
          <a:p>
            <a:pPr marL="0" indent="0">
              <a:lnSpc>
                <a:spcPct val="100000"/>
              </a:lnSpc>
              <a:buNone/>
            </a:pPr>
            <a:r>
              <a:rPr lang="en-US" sz="1600" dirty="0">
                <a:latin typeface="Times New Roman" panose="02020603050405020304" pitchFamily="18" charset="0"/>
                <a:cs typeface="Times New Roman" panose="02020603050405020304" pitchFamily="18" charset="0"/>
              </a:rPr>
              <a:t>1. Connectivity</a:t>
            </a:r>
          </a:p>
          <a:p>
            <a:pPr>
              <a:lnSpc>
                <a:spcPct val="100000"/>
              </a:lnSpc>
            </a:pPr>
            <a:r>
              <a:rPr lang="en-US" sz="1600" dirty="0">
                <a:latin typeface="Times New Roman" panose="02020603050405020304" pitchFamily="18" charset="0"/>
                <a:cs typeface="Times New Roman" panose="02020603050405020304" pitchFamily="18" charset="0"/>
              </a:rPr>
              <a:t>Connects users and devices to cloud services.</a:t>
            </a:r>
          </a:p>
          <a:p>
            <a:pPr marL="0" indent="0">
              <a:lnSpc>
                <a:spcPct val="100000"/>
              </a:lnSpc>
              <a:buNone/>
            </a:pPr>
            <a:r>
              <a:rPr lang="en-US" sz="1600" dirty="0">
                <a:latin typeface="Times New Roman" panose="02020603050405020304" pitchFamily="18" charset="0"/>
                <a:cs typeface="Times New Roman" panose="02020603050405020304" pitchFamily="18" charset="0"/>
              </a:rPr>
              <a:t>2. Data Transfer</a:t>
            </a:r>
          </a:p>
          <a:p>
            <a:pPr>
              <a:lnSpc>
                <a:spcPct val="100000"/>
              </a:lnSpc>
            </a:pPr>
            <a:r>
              <a:rPr lang="en-US" sz="1600" dirty="0">
                <a:latin typeface="Times New Roman" panose="02020603050405020304" pitchFamily="18" charset="0"/>
                <a:cs typeface="Times New Roman" panose="02020603050405020304" pitchFamily="18" charset="0"/>
              </a:rPr>
              <a:t>Allows fast movement of data between users, applications, and servers.</a:t>
            </a:r>
          </a:p>
          <a:p>
            <a:pPr marL="0" indent="0">
              <a:lnSpc>
                <a:spcPct val="100000"/>
              </a:lnSpc>
              <a:buNone/>
            </a:pPr>
            <a:r>
              <a:rPr lang="en-US" sz="1600" dirty="0">
                <a:latin typeface="Times New Roman" panose="02020603050405020304" pitchFamily="18" charset="0"/>
                <a:cs typeface="Times New Roman" panose="02020603050405020304" pitchFamily="18" charset="0"/>
              </a:rPr>
              <a:t>3. Resource Sharing</a:t>
            </a:r>
          </a:p>
          <a:p>
            <a:pPr>
              <a:lnSpc>
                <a:spcPct val="100000"/>
              </a:lnSpc>
            </a:pPr>
            <a:r>
              <a:rPr lang="en-US" sz="1600" dirty="0">
                <a:latin typeface="Times New Roman" panose="02020603050405020304" pitchFamily="18" charset="0"/>
                <a:cs typeface="Times New Roman" panose="02020603050405020304" pitchFamily="18" charset="0"/>
              </a:rPr>
              <a:t>Enables cloud resources to be shared across multiple users.</a:t>
            </a:r>
          </a:p>
          <a:p>
            <a:pPr marL="0" indent="0">
              <a:lnSpc>
                <a:spcPct val="100000"/>
              </a:lnSpc>
              <a:buNone/>
            </a:pPr>
            <a:r>
              <a:rPr lang="en-US" sz="1600" dirty="0">
                <a:latin typeface="Times New Roman" panose="02020603050405020304" pitchFamily="18" charset="0"/>
                <a:cs typeface="Times New Roman" panose="02020603050405020304" pitchFamily="18" charset="0"/>
              </a:rPr>
              <a:t>4. Scalability</a:t>
            </a:r>
          </a:p>
          <a:p>
            <a:pPr>
              <a:lnSpc>
                <a:spcPct val="100000"/>
              </a:lnSpc>
            </a:pPr>
            <a:r>
              <a:rPr lang="en-US" sz="1600" dirty="0">
                <a:latin typeface="Times New Roman" panose="02020603050405020304" pitchFamily="18" charset="0"/>
                <a:cs typeface="Times New Roman" panose="02020603050405020304" pitchFamily="18" charset="0"/>
              </a:rPr>
              <a:t>Allows network resources to expand as demand increases.</a:t>
            </a:r>
          </a:p>
          <a:p>
            <a:pPr marL="0" indent="0">
              <a:lnSpc>
                <a:spcPct val="100000"/>
              </a:lnSpc>
              <a:buNone/>
            </a:pPr>
            <a:r>
              <a:rPr lang="en-US" sz="1600" dirty="0">
                <a:latin typeface="Times New Roman" panose="02020603050405020304" pitchFamily="18" charset="0"/>
                <a:cs typeface="Times New Roman" panose="02020603050405020304" pitchFamily="18" charset="0"/>
              </a:rPr>
              <a:t>5. Availability</a:t>
            </a:r>
          </a:p>
          <a:p>
            <a:pPr>
              <a:lnSpc>
                <a:spcPct val="100000"/>
              </a:lnSpc>
            </a:pPr>
            <a:r>
              <a:rPr lang="en-US" sz="1600" dirty="0">
                <a:latin typeface="Times New Roman" panose="02020603050405020304" pitchFamily="18" charset="0"/>
                <a:cs typeface="Times New Roman" panose="02020603050405020304" pitchFamily="18" charset="0"/>
              </a:rPr>
              <a:t>Provides continuous access to cloud applications and services.</a:t>
            </a:r>
          </a:p>
          <a:p>
            <a:pPr marL="0" indent="0">
              <a:lnSpc>
                <a:spcPct val="100000"/>
              </a:lnSpc>
              <a:buNone/>
            </a:pPr>
            <a:r>
              <a:rPr lang="en-US" sz="1600" dirty="0">
                <a:latin typeface="Times New Roman" panose="02020603050405020304" pitchFamily="18" charset="0"/>
                <a:cs typeface="Times New Roman" panose="02020603050405020304" pitchFamily="18" charset="0"/>
              </a:rPr>
              <a:t>6. Security</a:t>
            </a:r>
          </a:p>
          <a:p>
            <a:pPr>
              <a:lnSpc>
                <a:spcPct val="100000"/>
              </a:lnSpc>
            </a:pPr>
            <a:r>
              <a:rPr lang="en-US" sz="1600" dirty="0">
                <a:latin typeface="Times New Roman" panose="02020603050405020304" pitchFamily="18" charset="0"/>
                <a:cs typeface="Times New Roman" panose="02020603050405020304" pitchFamily="18" charset="0"/>
              </a:rPr>
              <a:t>Protects cloud data and resources from unauthorized access.</a:t>
            </a:r>
            <a:endParaRPr lang="en-IN" sz="16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07516401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33E291-FF00-1A46-9863-1E0D6BB791AB}"/>
              </a:ext>
            </a:extLst>
          </p:cNvPr>
          <p:cNvSpPr>
            <a:spLocks noGrp="1"/>
          </p:cNvSpPr>
          <p:nvPr>
            <p:ph type="title"/>
          </p:nvPr>
        </p:nvSpPr>
        <p:spPr>
          <a:xfrm>
            <a:off x="599769" y="685800"/>
            <a:ext cx="10903256" cy="907869"/>
          </a:xfrm>
        </p:spPr>
        <p:txBody>
          <a:bodyPr/>
          <a:lstStyle/>
          <a:p>
            <a:pPr algn="ctr"/>
            <a:r>
              <a:rPr lang="en-IN" b="1" dirty="0">
                <a:solidFill>
                  <a:srgbClr val="FF0000"/>
                </a:solidFill>
                <a:latin typeface="Times New Roman" panose="02020603050405020304" pitchFamily="18" charset="0"/>
                <a:cs typeface="Times New Roman" panose="02020603050405020304" pitchFamily="18" charset="0"/>
              </a:rPr>
              <a:t>Conclusion</a:t>
            </a:r>
          </a:p>
        </p:txBody>
      </p:sp>
      <p:sp>
        <p:nvSpPr>
          <p:cNvPr id="3" name="Content Placeholder 2">
            <a:extLst>
              <a:ext uri="{FF2B5EF4-FFF2-40B4-BE49-F238E27FC236}">
                <a16:creationId xmlns:a16="http://schemas.microsoft.com/office/drawing/2014/main" id="{AD11965F-4553-3986-8E7A-E7CFE6001C8D}"/>
              </a:ext>
            </a:extLst>
          </p:cNvPr>
          <p:cNvSpPr>
            <a:spLocks noGrp="1"/>
          </p:cNvSpPr>
          <p:nvPr>
            <p:ph idx="1"/>
          </p:nvPr>
        </p:nvSpPr>
        <p:spPr>
          <a:xfrm>
            <a:off x="1101215" y="2209872"/>
            <a:ext cx="10401810" cy="4648128"/>
          </a:xfrm>
        </p:spPr>
        <p:txBody>
          <a:bodyPr>
            <a:normAutofit/>
          </a:bodyPr>
          <a:lstStyle/>
          <a:p>
            <a:pPr marL="0" indent="0">
              <a:buNone/>
            </a:pPr>
            <a:r>
              <a:rPr lang="en-US" dirty="0">
                <a:latin typeface="Times New Roman" panose="02020603050405020304" pitchFamily="18" charset="0"/>
                <a:cs typeface="Times New Roman" panose="02020603050405020304" pitchFamily="18" charset="0"/>
              </a:rPr>
              <a:t>Networking is the backbone of cloud computing, connecting users, devices, applications, servers, and data centers. It enables cloud services to be fast, secure, reliable, scalable, and accessible from anywhere. Technologies such as virtual networks, VPNs, load balancing, SDN, and CDNs improve cloud performance and security. Therefore, a strong and well-designed network infrastructure is essential for delivering efficient and dependable cloud services.</a:t>
            </a:r>
            <a:r>
              <a:rPr lang="en-IN" dirty="0">
                <a:latin typeface="Times New Roman" panose="02020603050405020304" pitchFamily="18" charset="0"/>
                <a:cs typeface="Times New Roman" panose="02020603050405020304" pitchFamily="18" charset="0"/>
              </a:rPr>
              <a:t>. </a:t>
            </a:r>
          </a:p>
        </p:txBody>
      </p:sp>
    </p:spTree>
    <p:extLst>
      <p:ext uri="{BB962C8B-B14F-4D97-AF65-F5344CB8AC3E}">
        <p14:creationId xmlns:p14="http://schemas.microsoft.com/office/powerpoint/2010/main" val="419536770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75B413-E1EB-3C71-A918-6CBDE2EA61A1}"/>
              </a:ext>
            </a:extLst>
          </p:cNvPr>
          <p:cNvSpPr>
            <a:spLocks noGrp="1"/>
          </p:cNvSpPr>
          <p:nvPr>
            <p:ph type="title"/>
          </p:nvPr>
        </p:nvSpPr>
        <p:spPr/>
        <p:txBody>
          <a:bodyPr/>
          <a:lstStyle/>
          <a:p>
            <a:pPr algn="ctr"/>
            <a:r>
              <a:rPr lang="en-US" b="1" dirty="0">
                <a:solidFill>
                  <a:srgbClr val="FF0000"/>
                </a:solidFill>
                <a:latin typeface="Times New Roman" panose="02020603050405020304" pitchFamily="18" charset="0"/>
                <a:cs typeface="Times New Roman" panose="02020603050405020304" pitchFamily="18" charset="0"/>
              </a:rPr>
              <a:t>REFERENCE</a:t>
            </a:r>
            <a:endParaRPr lang="en-IN" b="1" dirty="0">
              <a:solidFill>
                <a:srgbClr val="FF0000"/>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A2DC0174-E45F-F0B9-7169-C7F188E91ABD}"/>
              </a:ext>
            </a:extLst>
          </p:cNvPr>
          <p:cNvSpPr>
            <a:spLocks noGrp="1"/>
          </p:cNvSpPr>
          <p:nvPr>
            <p:ph idx="1"/>
          </p:nvPr>
        </p:nvSpPr>
        <p:spPr/>
        <p:txBody>
          <a:bodyPr/>
          <a:lstStyle/>
          <a:p>
            <a:r>
              <a:rPr lang="en-IN" dirty="0">
                <a:latin typeface="Times New Roman" panose="02020603050405020304" pitchFamily="18" charset="0"/>
                <a:cs typeface="Times New Roman" panose="02020603050405020304" pitchFamily="18" charset="0"/>
              </a:rPr>
              <a:t>BP Rimal, I Lumb - Cloud computing: principles, systems and applications, 2017 – Springer</a:t>
            </a:r>
          </a:p>
          <a:p>
            <a:r>
              <a:rPr lang="en-IN" dirty="0">
                <a:latin typeface="Times New Roman" panose="02020603050405020304" pitchFamily="18" charset="0"/>
                <a:cs typeface="Times New Roman" panose="02020603050405020304" pitchFamily="18" charset="0"/>
              </a:rPr>
              <a:t> EM </a:t>
            </a:r>
            <a:r>
              <a:rPr lang="en-IN" dirty="0" err="1">
                <a:latin typeface="Times New Roman" panose="02020603050405020304" pitchFamily="18" charset="0"/>
                <a:cs typeface="Times New Roman" panose="02020603050405020304" pitchFamily="18" charset="0"/>
              </a:rPr>
              <a:t>Dogo</a:t>
            </a:r>
            <a:r>
              <a:rPr lang="en-IN" dirty="0">
                <a:latin typeface="Times New Roman" panose="02020603050405020304" pitchFamily="18" charset="0"/>
                <a:cs typeface="Times New Roman" panose="02020603050405020304" pitchFamily="18" charset="0"/>
              </a:rPr>
              <a:t>, AF Salami, CO </a:t>
            </a:r>
            <a:r>
              <a:rPr lang="en-IN" dirty="0" err="1">
                <a:latin typeface="Times New Roman" panose="02020603050405020304" pitchFamily="18" charset="0"/>
                <a:cs typeface="Times New Roman" panose="02020603050405020304" pitchFamily="18" charset="0"/>
              </a:rPr>
              <a:t>Aigbavboa</a:t>
            </a:r>
            <a:r>
              <a:rPr lang="en-IN" dirty="0">
                <a:latin typeface="Times New Roman" panose="02020603050405020304" pitchFamily="18" charset="0"/>
                <a:cs typeface="Times New Roman" panose="02020603050405020304" pitchFamily="18" charset="0"/>
              </a:rPr>
              <a:t>… - … computing: from hype to …, 2018 – Springer</a:t>
            </a:r>
          </a:p>
          <a:p>
            <a:r>
              <a:rPr lang="en-IN" dirty="0">
                <a:latin typeface="Times New Roman" panose="02020603050405020304" pitchFamily="18" charset="0"/>
                <a:cs typeface="Times New Roman" panose="02020603050405020304" pitchFamily="18" charset="0"/>
              </a:rPr>
              <a:t>M Humayun - … Journal of Advanced Computer Science and …, 2020 - search.proquest.com</a:t>
            </a:r>
          </a:p>
          <a:p>
            <a:r>
              <a:rPr lang="en-IN" dirty="0">
                <a:latin typeface="Times New Roman" panose="02020603050405020304" pitchFamily="18" charset="0"/>
                <a:cs typeface="Times New Roman" panose="02020603050405020304" pitchFamily="18" charset="0"/>
              </a:rPr>
              <a:t>A Malik, H Om - … cloud and energy services: Principles and practice, 2017 - Springer</a:t>
            </a:r>
          </a:p>
        </p:txBody>
      </p:sp>
    </p:spTree>
    <p:extLst>
      <p:ext uri="{BB962C8B-B14F-4D97-AF65-F5344CB8AC3E}">
        <p14:creationId xmlns:p14="http://schemas.microsoft.com/office/powerpoint/2010/main" val="380064802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
  <TotalTime>54</TotalTime>
  <Words>449</Words>
  <Application>Microsoft Office PowerPoint</Application>
  <PresentationFormat>Widescreen</PresentationFormat>
  <Paragraphs>46</Paragraphs>
  <Slides>7</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7</vt:i4>
      </vt:variant>
    </vt:vector>
  </HeadingPairs>
  <TitlesOfParts>
    <vt:vector size="12" baseType="lpstr">
      <vt:lpstr>Aptos</vt:lpstr>
      <vt:lpstr>Aptos Display</vt:lpstr>
      <vt:lpstr>Arial</vt:lpstr>
      <vt:lpstr>Times New Roman</vt:lpstr>
      <vt:lpstr>Office Theme</vt:lpstr>
      <vt:lpstr>ROLE OF NETWORKING IN CLOUD COMPUTING</vt:lpstr>
      <vt:lpstr>Introduction to Networking in Cloud Computing</vt:lpstr>
      <vt:lpstr>OBJECTIVES</vt:lpstr>
      <vt:lpstr>METHODOLOGY</vt:lpstr>
      <vt:lpstr>ROLE OF NETWORKING IN CLOUD COMPUTING</vt:lpstr>
      <vt:lpstr>Conclusion</vt:lpstr>
      <vt:lpstr>REFERENCE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jeeva121207@outlook.com</dc:creator>
  <cp:lastModifiedBy>jeeva v</cp:lastModifiedBy>
  <cp:revision>4</cp:revision>
  <dcterms:created xsi:type="dcterms:W3CDTF">2026-07-24T04:56:11Z</dcterms:created>
  <dcterms:modified xsi:type="dcterms:W3CDTF">2026-08-10T02:59:23Z</dcterms:modified>
</cp:coreProperties>
</file>